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0e94b12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0e94b12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749b7822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749b7822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749b7822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749b7822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0e94b12a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0e94b12a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0e94b12a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0e94b12a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0e94b12a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0e94b12a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0e94b12a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0e94b12a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0e94b12a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0e94b12a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Lab3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4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Connected Component </a:t>
            </a:r>
            <a:r>
              <a:rPr lang="zh-TW"/>
              <a:t>(50%)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Fore</a:t>
            </a:r>
            <a:r>
              <a:rPr lang="zh-TW"/>
              <a:t>ground Detection </a:t>
            </a:r>
            <a:r>
              <a:rPr lang="zh-TW"/>
              <a:t>(50%)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</a:t>
            </a:r>
            <a:r>
              <a:rPr lang="zh-TW"/>
              <a:t>. Connected Component (50%)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8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Two-Pass Algorithm</a:t>
            </a:r>
            <a:endParaRPr sz="2000"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Pass 1</a:t>
            </a:r>
            <a:endParaRPr/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 sz="1600"/>
              <a:t>Perform label assignment and label propagation</a:t>
            </a:r>
            <a:endParaRPr sz="1600"/>
          </a:p>
          <a:p>
            <a:pPr indent="-3302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Construct the equivalence relations between labels when two different labels propagate to the same pixel</a:t>
            </a:r>
            <a:endParaRPr sz="1600"/>
          </a:p>
          <a:p>
            <a:pPr indent="-3302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Apply resolve function to find the transitive closure of all equivalence relations</a:t>
            </a:r>
            <a:endParaRPr sz="1600"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Pass 2: </a:t>
            </a:r>
            <a:endParaRPr/>
          </a:p>
          <a:p>
            <a:pPr indent="-3302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Perform label translation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1. </a:t>
            </a:r>
            <a:r>
              <a:rPr lang="zh-TW"/>
              <a:t>Connected Component (50%)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16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對做完 Otsu threshold （上次作業）的圖片找出 connected component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把不同區域塗上不同顏色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顏色不限制，不用跟範例一樣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1032875" y="4410550"/>
            <a:ext cx="13176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input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128525" y="4410550"/>
            <a:ext cx="2756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Connected Component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913200" y="4410550"/>
            <a:ext cx="13176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Otsu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75" y="2947150"/>
            <a:ext cx="2311793" cy="13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1175" y="2947150"/>
            <a:ext cx="2311801" cy="136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0276" y="2947138"/>
            <a:ext cx="2311793" cy="136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2. Foreground Detection (50%)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16"/>
          <p:cNvCxnSpPr/>
          <p:nvPr/>
        </p:nvCxnSpPr>
        <p:spPr>
          <a:xfrm>
            <a:off x="4312800" y="2905725"/>
            <a:ext cx="51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" y="1964450"/>
            <a:ext cx="4118125" cy="199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2125" y="1942825"/>
            <a:ext cx="3880175" cy="2042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2. Foreground Detection (50%)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Video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Videos are formed by continuous </a:t>
            </a:r>
            <a:r>
              <a:rPr b="1" lang="zh-TW" sz="1600"/>
              <a:t>frames</a:t>
            </a:r>
            <a:r>
              <a:rPr lang="zh-TW" sz="1600"/>
              <a:t>, new frames are </a:t>
            </a:r>
            <a:r>
              <a:rPr lang="zh-TW" sz="1600"/>
              <a:t>shown when the video is being played.  The time between each frame is called </a:t>
            </a:r>
            <a:r>
              <a:rPr b="1" lang="zh-TW" sz="1600"/>
              <a:t>frame rate</a:t>
            </a:r>
            <a:r>
              <a:rPr lang="zh-TW" sz="1600"/>
              <a:t>.</a:t>
            </a:r>
            <a:endParaRPr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How to read videos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zh-TW" sz="1600"/>
              <a:t>cap = cv2.VideoCapture(filename)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zh-TW" sz="1600"/>
              <a:t>cap.isOpened()</a:t>
            </a:r>
            <a:r>
              <a:rPr lang="zh-TW" sz="1600"/>
              <a:t>: 檢查影片是否被成功讀取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zh-TW" sz="1600"/>
              <a:t>ret, frame = cap.read():</a:t>
            </a:r>
            <a:r>
              <a:rPr lang="zh-TW" sz="1600"/>
              <a:t> 不斷讀取來源影格，把資訊寫進frame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zh-TW" sz="1600"/>
              <a:t>cv2.imshow("frame", videoFrame)</a:t>
            </a:r>
            <a:r>
              <a:rPr lang="zh-TW" sz="1600"/>
              <a:t>: 顯示影片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zh-TW" sz="1600"/>
              <a:t>cv2.waitKey(33)</a:t>
            </a:r>
            <a:r>
              <a:rPr lang="zh-TW" sz="1600"/>
              <a:t>: 等待幾毫秒再讀取下一禎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Foreground Detection (50%)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Background Subtraction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創造一個 BackgroundSubtractor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b="1" lang="zh-TW" sz="1600"/>
              <a:t>backSub = cv2.createBackgroundSubtractorMOG2()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用在 frame 上面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b="1" lang="zh-TW" sz="1600"/>
              <a:t>fgmask = backSub.apply(frame)</a:t>
            </a:r>
            <a:endParaRPr sz="1600"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50710" r="0" t="0"/>
          <a:stretch/>
        </p:blipFill>
        <p:spPr>
          <a:xfrm>
            <a:off x="5916000" y="2787325"/>
            <a:ext cx="2728826" cy="21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Foreground Detection (50%)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9454500" cy="3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Threshold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找出 shadow 的值 (default=127, background=0, foreground=255)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b="1" lang="zh-TW" sz="1600"/>
              <a:t>shadow_val = backSub.getShadowValue()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zh-TW" sz="1600"/>
              <a:t>ret, nmask = cv2.threshold(fgmask, shadow_val, 255,</a:t>
            </a:r>
            <a:r>
              <a:rPr b="1" lang="zh-TW" sz="1600"/>
              <a:t> </a:t>
            </a:r>
            <a:r>
              <a:rPr b="1" lang="zh-TW" sz="1600"/>
              <a:t>cv2.THRESH_BINARY)</a:t>
            </a:r>
            <a:endParaRPr sz="1600"/>
          </a:p>
        </p:txBody>
      </p:sp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50710" r="0" t="0"/>
          <a:stretch/>
        </p:blipFill>
        <p:spPr>
          <a:xfrm>
            <a:off x="1704349" y="2906802"/>
            <a:ext cx="2559075" cy="204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50780" t="0"/>
          <a:stretch/>
        </p:blipFill>
        <p:spPr>
          <a:xfrm>
            <a:off x="4880575" y="2905325"/>
            <a:ext cx="2559075" cy="204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Foreground Detection (50%)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Connected component (</a:t>
            </a:r>
            <a:r>
              <a:rPr lang="zh-TW"/>
              <a:t>修改第一題的 code)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找connected component時，要同時</a:t>
            </a:r>
            <a:r>
              <a:rPr b="1" lang="zh-TW" sz="1600"/>
              <a:t>計算相連區域面積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若相連區域面積 &gt; T，找出相連區域最外圍的四個邊</a:t>
            </a:r>
            <a:endParaRPr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Draw rectangles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zh-TW" sz="1600"/>
              <a:t>cv2.rectangle(image, (x1, y1), (x2, y2), color, line_width)</a:t>
            </a:r>
            <a:endParaRPr b="1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